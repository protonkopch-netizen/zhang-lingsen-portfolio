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8be50d3de0404a" /><Relationship Type="http://schemas.openxmlformats.org/officeDocument/2006/relationships/extended-properties" Target="/docProps/app.xml" Id="Rb0f8409a1f9743df" /><Relationship Type="http://schemas.openxmlformats.org/officeDocument/2006/relationships/officeDocument" Target="/ppt/presentation.xml" Id="Re86aa363c7664f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08e75e94ed458d"/>
  </p:sldMasterIdLst>
  <p:notesMasterIdLst>
    <p:notesMasterId xmlns:r="http://schemas.openxmlformats.org/officeDocument/2006/relationships" r:id="R71231ef070b849d3"/>
  </p:notesMasterIdLst>
  <p:sldIdLst>
    <p:sldId xmlns:r="http://schemas.openxmlformats.org/officeDocument/2006/relationships" id="256" r:id="Rda12bc6cc9d14879"/>
    <p:sldId xmlns:r="http://schemas.openxmlformats.org/officeDocument/2006/relationships" id="257" r:id="R909ff48653374964"/>
    <p:sldId xmlns:r="http://schemas.openxmlformats.org/officeDocument/2006/relationships" id="258" r:id="R3e42825aca804f6f"/>
    <p:sldId xmlns:r="http://schemas.openxmlformats.org/officeDocument/2006/relationships" id="259" r:id="R30d145ff4467477d"/>
    <p:sldId xmlns:r="http://schemas.openxmlformats.org/officeDocument/2006/relationships" id="260" r:id="R6784094236874a4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ea473d090b481c" /><Relationship Type="http://schemas.openxmlformats.org/officeDocument/2006/relationships/slideMaster" Target="/ppt/slideMasters/slideMaster1.xml" Id="R2308e75e94ed458d" /><Relationship Type="http://schemas.openxmlformats.org/officeDocument/2006/relationships/notesMaster" Target="/ppt/notesMasters/notesMaster1.xml" Id="R71231ef070b849d3" /><Relationship Type="http://schemas.openxmlformats.org/officeDocument/2006/relationships/presProps" Target="/ppt/presProps.xml" Id="Rb7328a2e5e1444db" /><Relationship Type="http://schemas.openxmlformats.org/officeDocument/2006/relationships/tableStyles" Target="/ppt/tableStyles.xml" Id="R2896d04ae77a4b21" /><Relationship Type="http://schemas.openxmlformats.org/officeDocument/2006/relationships/slide" Target="/ppt/slides/slide1.xml" Id="Rda12bc6cc9d14879" /><Relationship Type="http://schemas.openxmlformats.org/officeDocument/2006/relationships/slide" Target="/ppt/slides/slide2.xml" Id="R909ff48653374964" /><Relationship Type="http://schemas.openxmlformats.org/officeDocument/2006/relationships/slide" Target="/ppt/slides/slide3.xml" Id="R3e42825aca804f6f" /><Relationship Type="http://schemas.openxmlformats.org/officeDocument/2006/relationships/slide" Target="/ppt/slides/slide4.xml" Id="R30d145ff4467477d" /><Relationship Type="http://schemas.openxmlformats.org/officeDocument/2006/relationships/slide" Target="/ppt/slides/slide5.xml" Id="R6784094236874a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89ab38344742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d1679a39344327" /><Relationship Type="http://schemas.openxmlformats.org/officeDocument/2006/relationships/notesMaster" Target="/ppt/notesMasters/notesMaster1.xml" Id="R981c755c8fd84e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19ef89f42a4767" /><Relationship Type="http://schemas.openxmlformats.org/officeDocument/2006/relationships/notesMaster" Target="/ppt/notesMasters/notesMaster1.xml" Id="Rcb774af756164d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ed4375a4ad6454d" /><Relationship Type="http://schemas.openxmlformats.org/officeDocument/2006/relationships/notesMaster" Target="/ppt/notesMasters/notesMaster1.xml" Id="Rbfd639d553c049e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45031fdc9546e2" /><Relationship Type="http://schemas.openxmlformats.org/officeDocument/2006/relationships/notesMaster" Target="/ppt/notesMasters/notesMaster1.xml" Id="R3d9cd6aaa7cf42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e090f81f346a2" /><Relationship Type="http://schemas.openxmlformats.org/officeDocument/2006/relationships/notesMaster" Target="/ppt/notesMasters/notesMaster1.xml" Id="Rba71394c181e42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开场：这是一个制造业 SOP 知识助手的产品 MVP。所有设备、资料和工厂名称均为模拟内容。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用户画像和问题是当前产品假设。面试时如果未做真实访谈，要明确说是桌面研究，现场查找耗时和价值都待验证。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演示产品流程。明确说明当前反馈按钮只是交互示意，不会写入后端；安全条目是模拟资料，真实现场必须服从企业安全制度。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本轮测试通过脚本检查本地匹配逻辑。不得把8个案例外推成真实准确率，也没有现场效率数据。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收尾：下一步优先拿到授权资料和真实用户问法，再做检索评测，达到安全和质量门槛后才考虑现场试点。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7c4a3638654c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176943c12c4a89" /><Relationship Type="http://schemas.openxmlformats.org/officeDocument/2006/relationships/slideLayout" Target="/ppt/slideLayouts/slideLayout1.xml" Id="R1828e6cb60d746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8e6cb60d746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1e4c6a8e740bd" /><Relationship Type="http://schemas.openxmlformats.org/officeDocument/2006/relationships/notesSlide" Target="/ppt/notesSlides/notesSlide1.xml" Id="R3e7394ca935f4b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f198372a240f8" /><Relationship Type="http://schemas.openxmlformats.org/officeDocument/2006/relationships/notesSlide" Target="/ppt/notesSlides/notesSlide2.xml" Id="R3aa8dc45214d45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97d333fa14a8a" /><Relationship Type="http://schemas.openxmlformats.org/officeDocument/2006/relationships/notesSlide" Target="/ppt/notesSlides/notesSlide3.xml" Id="Redfe7ee4518645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3917a6ab6411b" /><Relationship Type="http://schemas.openxmlformats.org/officeDocument/2006/relationships/notesSlide" Target="/ppt/notesSlides/notesSlide4.xml" Id="R1193dfb2a69940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1eb45aa8e4322" /><Relationship Type="http://schemas.openxmlformats.org/officeDocument/2006/relationships/notesSlide" Target="/ppt/notesSlides/notesSlide5.xml" Id="R4d527a11b4404a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D601D9-981A-4502-B5B5-5EB899E6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CC7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9CC7AE"/>
                </a:solidFill>
                <a:latin typeface="Helvetica Neue"/>
                <a:ea typeface="Helvetica Neue"/>
                <a:cs typeface="Helvetica Neue"/>
              </a:rPr>
              <a:t>AI PRODUCT CASE  / 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9649E-1341-4CDB-A497-36F83234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7239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制造业 SOP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知识助手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18A8B-0140-47DB-B237-1E85A36D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1E3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D1E3D8"/>
                </a:solidFill>
                <a:latin typeface="Helvetica Neue"/>
                <a:ea typeface="Helvetica Neue"/>
                <a:cs typeface="Helvetica Neue"/>
              </a:rPr>
              <a:t>面向一线现场的作业知识查询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C7586-DDAA-470E-924E-F8EEC71A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533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B39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AD41E-BEE9-4698-9AEF-076D3DFA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3EE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E3EEE8"/>
                </a:solidFill>
                <a:latin typeface="Helvetica Neue"/>
                <a:ea typeface="Helvetica Neue"/>
                <a:cs typeface="Helvetica Neue"/>
              </a:rPr>
              <a:t>让员工找到有依据的作业步骤；无依据时，系统明确拒答。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69405-13AB-4DFD-9CC5-D0DF9BC5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FC8B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AFC8BA"/>
                </a:solidFill>
                <a:latin typeface="Helvetica Neue"/>
                <a:ea typeface="Helvetica Neue"/>
                <a:cs typeface="Helvetica Neue"/>
              </a:rPr>
              <a:t>演示资料与工厂均为虚构示例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B0BD7-21C5-49DF-85D7-70391F37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886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CC7A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9CC7A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7692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AF1A3-B977-453B-A392-DE5F4376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F8F81-07A8-422A-874F-5D113419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现场问题与产品目标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F6BCD-ED49-4B24-9B31-F180D4DC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B8E30-BF60-44DE-8A6C-078EF6B2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制造业 SOP 知识助手｜个人 PoC，模拟资料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D1490-AE46-4A2B-8130-5CBC2D06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EBD7A-DCEB-46B9-9A22-C3EB0CFD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作业资料分散，现场提问方式与文档目录不一致。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B697F-E39F-495D-9118-4DE374059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员工需要先找到适用资料，再判断版本和步骤；高风险问题还必须知道何时停止并升级。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2A86E-5F91-4A27-A5C7-F87C44F2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用户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83EEC-601A-41DD-8D32-DE7FEB87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D3F50-C1E1-4E0D-837E-DC093151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一线操作员</a:t>
            </a:r>
          </a:p>
          <a:p xmlns:a="http://schemas.openxmlformats.org/drawingml/2006/main">
            <a:pPr>
              <a:defRPr sz="165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设备维修人员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45B0BF-2EA1-4C1D-B32A-F50F0A0E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主要任务：快速查找当前适用的作业依据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38D717-1658-4B0F-BBD7-6A4F68ED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238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6568C-C296-49B2-88F5-6AC29B95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718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7C7AD-4BCE-4517-AB55-FCEF507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7814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检索并呈现来源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3E220-BF38-47AE-AD2C-5779C520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524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回答附文档、章节和版本，方便复核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D8562-68DE-409D-B633-07F49556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边界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5B70B-8E7B-4C2A-ADD0-07EAD121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5BDE9-D438-4E8B-B08F-07ACEB62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81425"/>
            <a:ext cx="314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不猜测、不控制设备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7C2ECF-B44D-4BD9-9546-5C760C7C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2437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资料缺失或涉及安全风险时拒答或转人工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357D42-57F9-44B3-B782-B7524144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E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7E2E"/>
                </a:solidFill>
                <a:latin typeface="Helvetica Neue"/>
                <a:ea typeface="Helvetica Neue"/>
                <a:cs typeface="Helvetica Neue"/>
              </a:rPr>
              <a:t>问题与效率收益目前是待验证假设，需通过现场访谈和试点建立基线。</a:t>
            </a:r>
          </a:p>
        </p:txBody>
      </p:sp>
    </p:spTree>
    <p:extLst>
      <p:ext uri="{BB962C8B-B14F-4D97-AF65-F5344CB8AC3E}">
        <p14:creationId xmlns:p14="http://schemas.microsoft.com/office/powerpoint/2010/main" val="1852336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BCF349-4A19-443A-9790-CB1530B7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02 /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727C5-7FA2-457A-AECA-5963775E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MVP 交互与安全边界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7FF39-B9B7-4A40-8EC1-CF6B1490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96F8E-E9AC-4F50-87F0-BD1D2793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制造业 SOP 知识助手｜个人 PoC，模拟资料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5EE091-52F8-4483-8DC5-E5CFA60C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5AA78-5BBF-4FC8-85DF-6F2FAB687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81CE4-4968-4AD7-AA93-71E2FA63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66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AE785-D680-4F7E-8F5F-D84843A4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输入现场问法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A1F8AF-AFDE-4DAF-B896-35C562DE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设备 / 工序 / 现象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808E-21AA-4F52-9B1E-34D894B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857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5B5E3D-4F06-4BF3-88F8-1A68712C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664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1C98D-3D16-4F6E-A219-0125450F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24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查找适用条目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9BBB2-37BF-4E72-87FA-C510FD27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03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仅限当前模拟知识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0243B0-3D2A-4BFD-B263-73BA1D39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57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C52AC-38D2-4611-ACB9-FA5001DC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664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CE994-0CA8-4E9E-ACDF-F6497092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24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查看步骤和来源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475EC-5C1F-4516-A86B-CE39641C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003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文件 / 章节 / 版本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EB1E7-9263-49D6-91CA-9CCFF8455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573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C10CE-CAB6-4603-90D2-E3763AA4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E2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2A804C-57C6-4E48-82DB-B6985E39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24125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无依据就拒答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892592-91E6-473C-AD3A-B08ABF82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00375"/>
            <a:ext cx="2238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补充信息 / 联系主管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B8291-399B-4623-9063-3CDFACAB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FEB40-5BC5-44B6-8737-75AAC40E6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演示场景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43C5A7-0C93-4EE5-AED6-CAED3D1C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标签偏移：给出引用步骤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35E1B0-B0DD-4294-9EF8-E044090B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577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安全门报警：突出停机和禁用旁路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A7C867-12BD-4648-A574-A5BABE57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57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提高产能：资料外问题拒答</a:t>
            </a:r>
          </a:p>
        </p:txBody>
      </p:sp>
    </p:spTree>
    <p:extLst>
      <p:ext uri="{BB962C8B-B14F-4D97-AF65-F5344CB8AC3E}">
        <p14:creationId xmlns:p14="http://schemas.microsoft.com/office/powerpoint/2010/main" val="959826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2F29D-5851-4DC6-8DF6-4913414A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03 /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B1FA7-21F7-45E7-9772-2C0D7906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评测方法与本轮结果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5E77E-3A16-4FF5-87F9-4EE850E4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4DD1F2-A697-475F-BC49-7E32A7FD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制造业 SOP 知识助手｜个人 PoC，模拟资料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CB8C4-D934-41AE-8882-B9251333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16811-275F-43DE-9C73-0B7378411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先验证回答有没有依据，再讨论是否节省现场时间。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16B86-1760-4300-81ED-5B36CD35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检索命中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3FE72-EEF8-4C01-9445-DA6FC92C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问题是否找到正确条目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F2F2B5-CCE7-457E-BA0E-A261E5D7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引用准确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9B39B-46A1-48DF-8729-5FE4DDDB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来源能否支持回答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50F87-5324-4C44-8CE7-59D707AC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正确拒答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9547ED-BAD3-4B02-A384-2D58B5CB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无依据问题是否拦截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04051-1351-407C-8E49-A83254E0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安全用例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70F0A4-0A3A-469C-BACE-51896B17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是否提示停机/升级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201F3-D14D-420B-AE18-28C4D85F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AF2AF-18AE-4EBA-9322-6291C5BF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907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MVP 逻辑验收：8 个问题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581C7B-2927-4AC2-9CE4-7C7F42B5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6 个命中模拟资料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69B59-8897-4366-BE3A-9C0A2256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52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2 个范围外问题正确拒答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9FD712-6709-4B3D-AA7B-3A284EB5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52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安全场景 2 / 2 通过规则检查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936F7-7210-4A6E-87FD-3EC66E91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E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B77E2E"/>
                </a:solidFill>
                <a:latin typeface="Helvetica Neue"/>
                <a:ea typeface="Helvetica Neue"/>
                <a:cs typeface="Helvetica Neue"/>
              </a:rPr>
              <a:t>这是原型逻辑验收，不是现场用户测试，也不代表生产准确率或效率提升。</a:t>
            </a:r>
          </a:p>
        </p:txBody>
      </p:sp>
    </p:spTree>
    <p:extLst>
      <p:ext uri="{BB962C8B-B14F-4D97-AF65-F5344CB8AC3E}">
        <p14:creationId xmlns:p14="http://schemas.microsoft.com/office/powerpoint/2010/main" val="348256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F2CED-324E-4B93-8A03-055A9B74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04 /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09621-B7F6-470A-84B1-51C37BAE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真实试点前需要补齐的工作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F97342-C11C-40DC-B685-87BA1EF2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9A8FC-F0F5-46DC-A267-5DD6D7F2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150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制造业 SOP 知识助手｜个人 PoC，模拟资料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F8EDA2-3737-4117-B95D-2987AEF6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863FE-5A3A-4BE6-8415-38C90C4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CC610-03FA-4FE2-AA7C-1A9AABAA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478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业务验证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F0A90-1625-41AB-89E6-D2BC1AF3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4782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访谈操作员、维修和工艺人员，收集真实问法与当前查找路径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EE35E-8051-4C85-8CC7-BB28D3D4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7647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04382-0B22-4338-AFEA-E865F5D9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30B14-5B0F-4EB4-B548-BCE49A4A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479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知识治理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13718-ABC0-49E7-B51F-87360ED8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4795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取得授权 SOP，核对设备、工序、生效版本、审核状态和权限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AADB5-7063-4995-B2A5-8BACC597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92718-AE4F-4D46-9B2E-5431F42F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DB36B-8577-4FFA-9DB3-E0881B19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480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PoC 评测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C5E223-86DE-42B4-8721-BB50F7D3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48075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由业务人员标注标准答案、来源、风险等级及拒答条件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5C757-F9BF-4DCD-A2CA-F8DE56B0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76725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D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97D382-1D91-4E03-90D3-28F9BFF9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5481A3-90E5-4AB4-8666-4CBDBFE8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648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2827"/>
                </a:solidFill>
                <a:latin typeface="Helvetica Neue"/>
                <a:ea typeface="Helvetica Neue"/>
                <a:cs typeface="Helvetica Neue"/>
              </a:rPr>
              <a:t>小范围试点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D5094-F434-464D-8850-4F00FCCC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6482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06B"/>
                </a:solidFill>
                <a:latin typeface="Helvetica Neue"/>
                <a:ea typeface="Helvetica Neue"/>
                <a:cs typeface="Helvetica Neue"/>
              </a:rPr>
              <a:t>比较查找时间、首次解决率、采用率和安全问题，决定是否扩展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E61DA-544E-4458-904E-38DFB19B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E7664"/>
                </a:solidFill>
                <a:latin typeface="Helvetica Neue"/>
                <a:ea typeface="Helvetica Neue"/>
                <a:cs typeface="Helvetica Neue"/>
              </a:rPr>
              <a:t>当前交付：交互原型、产品方案、8 题验收记录、面试演示稿。</a:t>
            </a:r>
          </a:p>
        </p:txBody>
      </p:sp>
    </p:spTree>
    <p:extLst>
      <p:ext uri="{BB962C8B-B14F-4D97-AF65-F5344CB8AC3E}">
        <p14:creationId xmlns:p14="http://schemas.microsoft.com/office/powerpoint/2010/main" val="1062796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2026-10-08T18:55:24.1500000Z</dcterms:created>
  <dcterms:modified xsi:type="dcterms:W3CDTF">2026-10-08T18:55:24.1500000Z</dcterms:modified>
</coreProperties>
</file>